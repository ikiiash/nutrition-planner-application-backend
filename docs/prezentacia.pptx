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8097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645920"/>
            <a:ext cx="5943600" cy="5943600"/>
          </a:xfrm>
          <a:prstGeom prst="ellipse">
            <a:avLst/>
          </a:prstGeom>
          <a:solidFill>
            <a:srgbClr val="1B2E42"/>
          </a:solidFill>
          <a:ln w="12700">
            <a:solidFill>
              <a:srgbClr val="1B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766560" y="-457200"/>
            <a:ext cx="3474720" cy="3474720"/>
          </a:xfrm>
          <a:prstGeom prst="ellipse">
            <a:avLst/>
          </a:prstGeom>
          <a:solidFill>
            <a:srgbClr val="22C55E">
              <a:alpha val="12000"/>
            </a:srgbClr>
          </a:solidFill>
          <a:ln w="12700">
            <a:solidFill>
              <a:srgbClr val="22C55E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</a:t>
            </a:r>
            <a:endParaRPr lang="en-US" sz="7600" dirty="0"/>
          </a:p>
        </p:txBody>
      </p:sp>
      <p:sp>
        <p:nvSpPr>
          <p:cNvPr id="5" name="Text 3"/>
          <p:cNvSpPr/>
          <p:nvPr/>
        </p:nvSpPr>
        <p:spPr>
          <a:xfrm>
            <a:off x="502920" y="173736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502920" y="312724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Plánovanie stravy a sledovanie výživy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1B2E42"/>
          </a:solidFill>
          <a:ln w="12700">
            <a:solidFill>
              <a:srgbClr val="1B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457200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Kiiashchenko Ivan   ·  nutrition-planner.net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Motivácia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502920" y="1389888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251460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Výživa je doména, ktorá prirodzene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spája dáta, výpočty, financie a AI.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120640" y="411480"/>
            <a:ext cx="36576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03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120640" y="411480"/>
            <a:ext cx="64008" cy="13258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266944" y="52120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266944" y="91440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Komplexná doména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120640" y="1920240"/>
            <a:ext cx="36576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03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120640" y="1920240"/>
            <a:ext cx="64008" cy="1325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266944" y="202996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66944" y="242316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Moderná architektúra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120640" y="3429000"/>
            <a:ext cx="36576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03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120640" y="3429000"/>
            <a:ext cx="64008" cy="13258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266944" y="35387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66944" y="393192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Reálne nasadenie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Čo vie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aplikácia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3566160" y="292608"/>
            <a:ext cx="2633472" cy="1417320"/>
          </a:xfrm>
          <a:prstGeom prst="rect">
            <a:avLst/>
          </a:prstGeom>
          <a:solidFill>
            <a:srgbClr val="1B2E42"/>
          </a:solidFill>
          <a:ln w="12700">
            <a:solidFill>
              <a:srgbClr val="1E3A5F"/>
            </a:solidFill>
            <a:prstDash val="solid"/>
          </a:ln>
          <a:effectLst>
            <a:outerShdw blurRad="203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566160" y="292608"/>
            <a:ext cx="2633472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749040" y="65836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🥕  Potraviny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0" y="292608"/>
            <a:ext cx="2633472" cy="1417320"/>
          </a:xfrm>
          <a:prstGeom prst="rect">
            <a:avLst/>
          </a:prstGeom>
          <a:solidFill>
            <a:srgbClr val="1B2E42"/>
          </a:solidFill>
          <a:ln w="12700">
            <a:solidFill>
              <a:srgbClr val="1E3A5F"/>
            </a:solidFill>
            <a:prstDash val="solid"/>
          </a:ln>
          <a:effectLst>
            <a:outerShdw blurRad="203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0" y="292608"/>
            <a:ext cx="2633472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0" y="65836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🍳  Jedlá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566160" y="1883664"/>
            <a:ext cx="2633472" cy="1417320"/>
          </a:xfrm>
          <a:prstGeom prst="rect">
            <a:avLst/>
          </a:prstGeom>
          <a:solidFill>
            <a:srgbClr val="1B2E42"/>
          </a:solidFill>
          <a:ln w="12700">
            <a:solidFill>
              <a:srgbClr val="1E3A5F"/>
            </a:solidFill>
            <a:prstDash val="solid"/>
          </a:ln>
          <a:effectLst>
            <a:outerShdw blurRad="203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566160" y="1883664"/>
            <a:ext cx="2633472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749040" y="2249424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Plán stravovania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00800" y="1883664"/>
            <a:ext cx="2633472" cy="1417320"/>
          </a:xfrm>
          <a:prstGeom prst="rect">
            <a:avLst/>
          </a:prstGeom>
          <a:solidFill>
            <a:srgbClr val="1B2E42"/>
          </a:solidFill>
          <a:ln w="12700">
            <a:solidFill>
              <a:srgbClr val="1E3A5F"/>
            </a:solidFill>
            <a:prstDash val="solid"/>
          </a:ln>
          <a:effectLst>
            <a:outerShdw blurRad="203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0" y="1883664"/>
            <a:ext cx="2633472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83680" y="2249424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❄️  Chladnička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566160" y="3474720"/>
            <a:ext cx="2633472" cy="1417320"/>
          </a:xfrm>
          <a:prstGeom prst="rect">
            <a:avLst/>
          </a:prstGeom>
          <a:solidFill>
            <a:srgbClr val="1B2E42"/>
          </a:solidFill>
          <a:ln w="12700">
            <a:solidFill>
              <a:srgbClr val="1E3A5F"/>
            </a:solidFill>
            <a:prstDash val="solid"/>
          </a:ln>
          <a:effectLst>
            <a:outerShdw blurRad="203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566160" y="3474720"/>
            <a:ext cx="2633472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749040" y="38404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Financie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400800" y="3474720"/>
            <a:ext cx="2633472" cy="1417320"/>
          </a:xfrm>
          <a:prstGeom prst="rect">
            <a:avLst/>
          </a:prstGeom>
          <a:solidFill>
            <a:srgbClr val="1B2E42"/>
          </a:solidFill>
          <a:ln w="12700">
            <a:solidFill>
              <a:srgbClr val="1E3A5F"/>
            </a:solidFill>
            <a:prstDash val="solid"/>
          </a:ln>
          <a:effectLst>
            <a:outerShdw blurRad="203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00800" y="3474720"/>
            <a:ext cx="2633472" cy="6400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83680" y="38404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asistent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Etapy</a:t>
            </a:r>
            <a:endParaRPr lang="en-US" sz="5400" dirty="0"/>
          </a:p>
          <a:p>
            <a:pPr marL="0" indent="0" algn="l">
              <a:buNone/>
            </a:pPr>
            <a:r>
              <a:rPr lang="en-US" sz="5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vývoja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411480" y="192024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03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1920240"/>
            <a:ext cx="274320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6072" y="204825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76072" y="2395728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Analýza domény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310128" y="192024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03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310128" y="1920240"/>
            <a:ext cx="27432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0" y="204825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0" y="2395728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&amp; požiadavky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08776" y="192024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03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208776" y="1920240"/>
            <a:ext cx="2743200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73368" y="204825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73368" y="2395728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API-first dizajn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11480" y="333756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03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11480" y="3337560"/>
            <a:ext cx="27432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76072" y="346557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76072" y="3813048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3310128" y="333756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03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310128" y="3337560"/>
            <a:ext cx="27432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74720" y="346557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74720" y="3813048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208776" y="333756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03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208776" y="3337560"/>
            <a:ext cx="2743200" cy="6400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73368" y="346557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73368" y="3813048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&amp; nasadenie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Technologický</a:t>
            </a:r>
            <a:endParaRPr lang="en-US" sz="5000" dirty="0"/>
          </a:p>
          <a:p>
            <a:pPr marL="0" indent="0" algn="l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411480" y="19019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2423160"/>
            <a:ext cx="256032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21208" y="254203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21208" y="296265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21208" y="33832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OAuth2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" y="380390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17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1208" y="422452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Liquibase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21208" y="464515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3.0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19272" y="19019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319272" y="2423160"/>
            <a:ext cx="256032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29000" y="254203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21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29000" y="296265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5.9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29000" y="33832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API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29000" y="380390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angular-oauth2-oidc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29000" y="422452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27064" y="19019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27064" y="2423160"/>
            <a:ext cx="25603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36792" y="254203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AKS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36792" y="296265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36792" y="33832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CI/CD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36792" y="380390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36792" y="422452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cert-manager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36792" y="464515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Architektúra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321040" cy="6583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Doménová logika nezávisí od frameworku ani databázy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11480" y="1920240"/>
            <a:ext cx="205740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03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920240"/>
            <a:ext cx="205740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Hexagonálna</a:t>
            </a: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architektúra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9443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34930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40416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624328" y="1920240"/>
            <a:ext cx="205740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03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624328" y="1920240"/>
            <a:ext cx="20574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61488" y="20116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761488" y="29443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761488" y="34930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761488" y="40416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837176" y="1920240"/>
            <a:ext cx="205740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03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37176" y="1920240"/>
            <a:ext cx="2057400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74336" y="20116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974336" y="29443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3.0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974336" y="34930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74336" y="40416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role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050024" y="1920240"/>
            <a:ext cx="205740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03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050024" y="1920240"/>
            <a:ext cx="20574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187184" y="20116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187184" y="29443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187184" y="34930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CI/CD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187184" y="40416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AKS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Ako to funguje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1353312"/>
            <a:ext cx="1600200" cy="7498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blurRad="203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389888"/>
            <a:ext cx="1600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21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011680" y="1700784"/>
            <a:ext cx="164592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176272" y="1353312"/>
            <a:ext cx="1600200" cy="7498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  <a:effectLst>
            <a:outerShdw blurRad="203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176272" y="1389888"/>
            <a:ext cx="1600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776472" y="1700784"/>
            <a:ext cx="164592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941064" y="1353312"/>
            <a:ext cx="1600200" cy="7498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blurRad="203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941064" y="1389888"/>
            <a:ext cx="1600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541264" y="1700784"/>
            <a:ext cx="164592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705856" y="1353312"/>
            <a:ext cx="1600200" cy="7498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blurRad="203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705856" y="1389888"/>
            <a:ext cx="1600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06056" y="1700784"/>
            <a:ext cx="164592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470648" y="1353312"/>
            <a:ext cx="1600200" cy="74980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  <a:effectLst>
            <a:outerShdw blurRad="203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70648" y="1389888"/>
            <a:ext cx="1600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2240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 →  domain  →  outbound  →  PostgreSQL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2788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3127248"/>
            <a:ext cx="1600200" cy="1737360"/>
          </a:xfrm>
          <a:prstGeom prst="rect">
            <a:avLst/>
          </a:prstGeom>
          <a:solidFill>
            <a:srgbClr val="1B2E42"/>
          </a:solidFill>
          <a:ln w="12700">
            <a:solidFill>
              <a:srgbClr val="1B2E42"/>
            </a:solidFill>
            <a:prstDash val="solid"/>
          </a:ln>
          <a:effectLst>
            <a:outerShdw blurRad="203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1480" y="3218688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2011680" y="3977640"/>
            <a:ext cx="164592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176272" y="3127248"/>
            <a:ext cx="1600200" cy="1737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blurRad="203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176272" y="3218688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776472" y="3977640"/>
            <a:ext cx="164592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941064" y="3127248"/>
            <a:ext cx="1600200" cy="173736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  <a:effectLst>
            <a:outerShdw blurRad="203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941064" y="3218688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541264" y="3977640"/>
            <a:ext cx="164592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705856" y="3127248"/>
            <a:ext cx="1600200" cy="17373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blurRad="203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705856" y="3218688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7306056" y="3977640"/>
            <a:ext cx="164592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470648" y="3127248"/>
            <a:ext cx="1600200" cy="17373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203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470648" y="3218688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AKS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384048" y="1298448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5840" y="1115568"/>
            <a:ext cx="77724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03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5840" y="1115568"/>
            <a:ext cx="64008" cy="67665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61288" y="1234440"/>
            <a:ext cx="6583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 Plan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84048" y="2066544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05840" y="1883664"/>
            <a:ext cx="77724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03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05840" y="1883664"/>
            <a:ext cx="64008" cy="6766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61288" y="2002536"/>
            <a:ext cx="6583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84048" y="2834640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05840" y="2651760"/>
            <a:ext cx="77724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03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05840" y="2651760"/>
            <a:ext cx="64008" cy="6766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61288" y="2770632"/>
            <a:ext cx="6583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84048" y="3602736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005840" y="3419856"/>
            <a:ext cx="77724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03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05840" y="3419856"/>
            <a:ext cx="64008" cy="67665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61288" y="3538728"/>
            <a:ext cx="6583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84048" y="437083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005840" y="4187952"/>
            <a:ext cx="77724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03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05840" y="4187952"/>
            <a:ext cx="64008" cy="67665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161288" y="4306824"/>
            <a:ext cx="6583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Plne responzívne   ·   Angular Signals   ·   Standalone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Zaujímavé</a:t>
            </a:r>
            <a:endParaRPr lang="en-US" sz="5000" dirty="0"/>
          </a:p>
          <a:p>
            <a:pPr marL="0" indent="0" algn="l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riešenia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384048" y="1874520"/>
            <a:ext cx="2057400" cy="2971800"/>
          </a:xfrm>
          <a:prstGeom prst="rect">
            <a:avLst/>
          </a:prstGeom>
          <a:solidFill>
            <a:srgbClr val="1B2E42"/>
          </a:solidFill>
          <a:ln w="12700">
            <a:solidFill>
              <a:srgbClr val="1E3A5F"/>
            </a:solidFill>
            <a:prstDash val="solid"/>
          </a:ln>
          <a:effectLst>
            <a:outerShdw blurRad="203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84048" y="1874520"/>
            <a:ext cx="205740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35661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Denormalizácia</a:t>
            </a:r>
            <a:endParaRPr lang="en-US" sz="20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nutričných hodnôt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4572000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96896" y="1874520"/>
            <a:ext cx="2057400" cy="2971800"/>
          </a:xfrm>
          <a:prstGeom prst="rect">
            <a:avLst/>
          </a:prstGeom>
          <a:solidFill>
            <a:srgbClr val="1B2E42"/>
          </a:solidFill>
          <a:ln w="12700">
            <a:solidFill>
              <a:srgbClr val="1E3A5F"/>
            </a:solidFill>
            <a:prstDash val="solid"/>
          </a:ln>
          <a:effectLst>
            <a:outerShdw blurRad="203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96896" y="1874520"/>
            <a:ext cx="20574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61488" y="35661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Odpočet</a:t>
            </a:r>
            <a:endParaRPr lang="en-US" sz="20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chladničky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761488" y="4572000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09744" y="1874520"/>
            <a:ext cx="2057400" cy="2971800"/>
          </a:xfrm>
          <a:prstGeom prst="rect">
            <a:avLst/>
          </a:prstGeom>
          <a:solidFill>
            <a:srgbClr val="1B2E42"/>
          </a:solidFill>
          <a:ln w="12700">
            <a:solidFill>
              <a:srgbClr val="1E3A5F"/>
            </a:solidFill>
            <a:prstDash val="solid"/>
          </a:ln>
          <a:effectLst>
            <a:outerShdw blurRad="203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09744" y="1874520"/>
            <a:ext cx="2057400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74336" y="35661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20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974336" y="4572000"/>
            <a:ext cx="201168" cy="20116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022592" y="1874520"/>
            <a:ext cx="2057400" cy="2971800"/>
          </a:xfrm>
          <a:prstGeom prst="rect">
            <a:avLst/>
          </a:prstGeom>
          <a:solidFill>
            <a:srgbClr val="1B2E42"/>
          </a:solidFill>
          <a:ln w="12700">
            <a:solidFill>
              <a:srgbClr val="1E3A5F"/>
            </a:solidFill>
            <a:prstDash val="solid"/>
          </a:ln>
          <a:effectLst>
            <a:outerShdw blurRad="203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022592" y="1874520"/>
            <a:ext cx="20574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87184" y="35661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20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isolácia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187184" y="4572000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5029200" cy="5029200"/>
          </a:xfrm>
          <a:prstGeom prst="ellipse">
            <a:avLst/>
          </a:prstGeom>
          <a:solidFill>
            <a:srgbClr val="1B2E42"/>
          </a:solidFill>
          <a:ln w="12700">
            <a:solidFill>
              <a:srgbClr val="1B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217920" y="2011680"/>
            <a:ext cx="4572000" cy="4572000"/>
          </a:xfrm>
          <a:prstGeom prst="ellipse">
            <a:avLst/>
          </a:prstGeom>
          <a:solidFill>
            <a:srgbClr val="1B2E42"/>
          </a:solidFill>
          <a:ln w="12700">
            <a:solidFill>
              <a:srgbClr val="1B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Ďakujem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 pozornosť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1B2E42"/>
          </a:solidFill>
          <a:ln w="12700">
            <a:solidFill>
              <a:srgbClr val="1B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3931920"/>
            <a:ext cx="914400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4133088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nutrition-planner.net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222</Words>
  <Application>Microsoft Office PowerPoint</Application>
  <PresentationFormat>Экран (16:9)</PresentationFormat>
  <Paragraphs>125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Ivan Kiiashchenko</cp:lastModifiedBy>
  <cp:revision>2</cp:revision>
  <dcterms:created xsi:type="dcterms:W3CDTF">2026-05-28T20:35:27Z</dcterms:created>
  <dcterms:modified xsi:type="dcterms:W3CDTF">2026-05-28T22:24:24Z</dcterms:modified>
</cp:coreProperties>
</file>